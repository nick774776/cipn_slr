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3" r:id="rId5"/>
    <p:sldId id="264" r:id="rId6"/>
    <p:sldId id="266" r:id="rId7"/>
    <p:sldId id="265" r:id="rId8"/>
    <p:sldId id="267" r:id="rId9"/>
    <p:sldId id="256" r:id="rId10"/>
    <p:sldId id="25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AAA7C-FB5D-484C-A725-3E44C456FC25}" v="3" dt="2026-07-22T08:42:41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Kumar" userId="b1ae6d3b58d14f41" providerId="LiveId" clId="{2473336A-ABC5-4A09-AF8F-966215530AC0}"/>
    <pc:docChg chg="undo custSel addSld delSld modSld sldOrd">
      <pc:chgData name="Nikhil Kumar" userId="b1ae6d3b58d14f41" providerId="LiveId" clId="{2473336A-ABC5-4A09-AF8F-966215530AC0}" dt="2026-07-22T08:44:53.463" v="480" actId="14100"/>
      <pc:docMkLst>
        <pc:docMk/>
      </pc:docMkLst>
      <pc:sldChg chg="addSp delSp modSp mod">
        <pc:chgData name="Nikhil Kumar" userId="b1ae6d3b58d14f41" providerId="LiveId" clId="{2473336A-ABC5-4A09-AF8F-966215530AC0}" dt="2026-07-22T07:00:37.034" v="217" actId="1037"/>
        <pc:sldMkLst>
          <pc:docMk/>
          <pc:sldMk cId="3233980211" sldId="256"/>
        </pc:sldMkLst>
        <pc:picChg chg="add mod">
          <ac:chgData name="Nikhil Kumar" userId="b1ae6d3b58d14f41" providerId="LiveId" clId="{2473336A-ABC5-4A09-AF8F-966215530AC0}" dt="2026-07-22T06:41:42.077" v="154" actId="14100"/>
          <ac:picMkLst>
            <pc:docMk/>
            <pc:sldMk cId="3233980211" sldId="256"/>
            <ac:picMk id="3" creationId="{D1872532-5DD3-7681-D9DF-B06DD8E9CF21}"/>
          </ac:picMkLst>
        </pc:picChg>
        <pc:picChg chg="del">
          <ac:chgData name="Nikhil Kumar" userId="b1ae6d3b58d14f41" providerId="LiveId" clId="{2473336A-ABC5-4A09-AF8F-966215530AC0}" dt="2026-07-22T06:40:51.422" v="147" actId="478"/>
          <ac:picMkLst>
            <pc:docMk/>
            <pc:sldMk cId="3233980211" sldId="256"/>
            <ac:picMk id="5" creationId="{C556BF9C-140A-F8B5-F17D-8630BC3EE23B}"/>
          </ac:picMkLst>
        </pc:picChg>
        <pc:picChg chg="add mod">
          <ac:chgData name="Nikhil Kumar" userId="b1ae6d3b58d14f41" providerId="LiveId" clId="{2473336A-ABC5-4A09-AF8F-966215530AC0}" dt="2026-07-22T07:00:37.034" v="217" actId="1037"/>
          <ac:picMkLst>
            <pc:docMk/>
            <pc:sldMk cId="3233980211" sldId="256"/>
            <ac:picMk id="6" creationId="{85B47B10-7CC6-D759-2874-029265769477}"/>
          </ac:picMkLst>
        </pc:picChg>
        <pc:picChg chg="del">
          <ac:chgData name="Nikhil Kumar" userId="b1ae6d3b58d14f41" providerId="LiveId" clId="{2473336A-ABC5-4A09-AF8F-966215530AC0}" dt="2026-07-22T06:41:48.827" v="155" actId="478"/>
          <ac:picMkLst>
            <pc:docMk/>
            <pc:sldMk cId="3233980211" sldId="256"/>
            <ac:picMk id="7" creationId="{379B419A-8EA5-64ED-47B9-7AE6023A502A}"/>
          </ac:picMkLst>
        </pc:picChg>
      </pc:sldChg>
      <pc:sldChg chg="addSp delSp modSp mod">
        <pc:chgData name="Nikhil Kumar" userId="b1ae6d3b58d14f41" providerId="LiveId" clId="{2473336A-ABC5-4A09-AF8F-966215530AC0}" dt="2026-07-22T06:42:53.825" v="164" actId="1076"/>
        <pc:sldMkLst>
          <pc:docMk/>
          <pc:sldMk cId="2238863798" sldId="257"/>
        </pc:sldMkLst>
        <pc:spChg chg="add mod">
          <ac:chgData name="Nikhil Kumar" userId="b1ae6d3b58d14f41" providerId="LiveId" clId="{2473336A-ABC5-4A09-AF8F-966215530AC0}" dt="2026-07-22T06:42:53.825" v="164" actId="1076"/>
          <ac:spMkLst>
            <pc:docMk/>
            <pc:sldMk cId="2238863798" sldId="257"/>
            <ac:spMk id="6" creationId="{0DAF121C-4382-380D-54CA-3E04528DF9E6}"/>
          </ac:spMkLst>
        </pc:spChg>
        <pc:spChg chg="del">
          <ac:chgData name="Nikhil Kumar" userId="b1ae6d3b58d14f41" providerId="LiveId" clId="{2473336A-ABC5-4A09-AF8F-966215530AC0}" dt="2026-07-22T06:42:04.342" v="157" actId="478"/>
          <ac:spMkLst>
            <pc:docMk/>
            <pc:sldMk cId="2238863798" sldId="257"/>
            <ac:spMk id="9" creationId="{881EDE0F-364B-1B1B-BB88-676B492F7D62}"/>
          </ac:spMkLst>
        </pc:spChg>
        <pc:picChg chg="add mod">
          <ac:chgData name="Nikhil Kumar" userId="b1ae6d3b58d14f41" providerId="LiveId" clId="{2473336A-ABC5-4A09-AF8F-966215530AC0}" dt="2026-07-22T06:42:49.373" v="163" actId="1076"/>
          <ac:picMkLst>
            <pc:docMk/>
            <pc:sldMk cId="2238863798" sldId="257"/>
            <ac:picMk id="3" creationId="{76DA86BE-8A7D-BC52-6C86-AE1C4376816D}"/>
          </ac:picMkLst>
        </pc:picChg>
        <pc:picChg chg="del">
          <ac:chgData name="Nikhil Kumar" userId="b1ae6d3b58d14f41" providerId="LiveId" clId="{2473336A-ABC5-4A09-AF8F-966215530AC0}" dt="2026-07-22T06:41:59.938" v="156" actId="478"/>
          <ac:picMkLst>
            <pc:docMk/>
            <pc:sldMk cId="2238863798" sldId="257"/>
            <ac:picMk id="5" creationId="{B23A210A-A873-19E8-79EC-2F526220BB00}"/>
          </ac:picMkLst>
        </pc:picChg>
      </pc:sldChg>
      <pc:sldChg chg="addSp delSp modSp mod">
        <pc:chgData name="Nikhil Kumar" userId="b1ae6d3b58d14f41" providerId="LiveId" clId="{2473336A-ABC5-4A09-AF8F-966215530AC0}" dt="2026-07-21T14:35:44.333" v="130" actId="108"/>
        <pc:sldMkLst>
          <pc:docMk/>
          <pc:sldMk cId="2065341825" sldId="258"/>
        </pc:sldMkLst>
        <pc:spChg chg="add del mod">
          <ac:chgData name="Nikhil Kumar" userId="b1ae6d3b58d14f41" providerId="LiveId" clId="{2473336A-ABC5-4A09-AF8F-966215530AC0}" dt="2026-07-21T14:35:44.333" v="130" actId="108"/>
          <ac:spMkLst>
            <pc:docMk/>
            <pc:sldMk cId="2065341825" sldId="258"/>
            <ac:spMk id="7" creationId="{38E06109-D99C-A3F1-9ED1-70D2A778BBD5}"/>
          </ac:spMkLst>
        </pc:spChg>
      </pc:sldChg>
      <pc:sldChg chg="modSp mod">
        <pc:chgData name="Nikhil Kumar" userId="b1ae6d3b58d14f41" providerId="LiveId" clId="{2473336A-ABC5-4A09-AF8F-966215530AC0}" dt="2026-07-21T14:37:53.844" v="142" actId="1036"/>
        <pc:sldMkLst>
          <pc:docMk/>
          <pc:sldMk cId="198589046" sldId="259"/>
        </pc:sldMkLst>
        <pc:spChg chg="mod">
          <ac:chgData name="Nikhil Kumar" userId="b1ae6d3b58d14f41" providerId="LiveId" clId="{2473336A-ABC5-4A09-AF8F-966215530AC0}" dt="2026-07-21T14:36:34.115" v="134" actId="2711"/>
          <ac:spMkLst>
            <pc:docMk/>
            <pc:sldMk cId="198589046" sldId="259"/>
            <ac:spMk id="11" creationId="{0F4C7617-8FDF-E345-EFC9-73A0524D5E08}"/>
          </ac:spMkLst>
        </pc:spChg>
        <pc:spChg chg="mod">
          <ac:chgData name="Nikhil Kumar" userId="b1ae6d3b58d14f41" providerId="LiveId" clId="{2473336A-ABC5-4A09-AF8F-966215530AC0}" dt="2026-07-21T14:36:34.115" v="134" actId="2711"/>
          <ac:spMkLst>
            <pc:docMk/>
            <pc:sldMk cId="198589046" sldId="259"/>
            <ac:spMk id="13" creationId="{6D3C0ADD-5023-8615-FCCF-CBC8E14BBAF6}"/>
          </ac:spMkLst>
        </pc:spChg>
        <pc:spChg chg="mod">
          <ac:chgData name="Nikhil Kumar" userId="b1ae6d3b58d14f41" providerId="LiveId" clId="{2473336A-ABC5-4A09-AF8F-966215530AC0}" dt="2026-07-21T14:36:34.115" v="134" actId="2711"/>
          <ac:spMkLst>
            <pc:docMk/>
            <pc:sldMk cId="198589046" sldId="259"/>
            <ac:spMk id="21" creationId="{28F064F7-804A-C159-C855-8A4370BEC576}"/>
          </ac:spMkLst>
        </pc:spChg>
        <pc:cxnChg chg="mod">
          <ac:chgData name="Nikhil Kumar" userId="b1ae6d3b58d14f41" providerId="LiveId" clId="{2473336A-ABC5-4A09-AF8F-966215530AC0}" dt="2026-07-21T14:37:53.844" v="142" actId="1036"/>
          <ac:cxnSpMkLst>
            <pc:docMk/>
            <pc:sldMk cId="198589046" sldId="259"/>
            <ac:cxnSpMk id="15" creationId="{6ACBF4E6-DB32-5C5D-6690-400A01529DD5}"/>
          </ac:cxnSpMkLst>
        </pc:cxnChg>
      </pc:sldChg>
      <pc:sldChg chg="addSp delSp modSp new mod ord">
        <pc:chgData name="Nikhil Kumar" userId="b1ae6d3b58d14f41" providerId="LiveId" clId="{2473336A-ABC5-4A09-AF8F-966215530AC0}" dt="2026-07-22T08:44:38.931" v="479" actId="1076"/>
        <pc:sldMkLst>
          <pc:docMk/>
          <pc:sldMk cId="1518052824" sldId="260"/>
        </pc:sldMkLst>
        <pc:spChg chg="del">
          <ac:chgData name="Nikhil Kumar" userId="b1ae6d3b58d14f41" providerId="LiveId" clId="{2473336A-ABC5-4A09-AF8F-966215530AC0}" dt="2026-07-21T11:28:35.895" v="3" actId="478"/>
          <ac:spMkLst>
            <pc:docMk/>
            <pc:sldMk cId="1518052824" sldId="260"/>
            <ac:spMk id="2" creationId="{5C947AB8-5E66-CBE9-4A16-2BCB19821CD3}"/>
          </ac:spMkLst>
        </pc:spChg>
        <pc:spChg chg="del">
          <ac:chgData name="Nikhil Kumar" userId="b1ae6d3b58d14f41" providerId="LiveId" clId="{2473336A-ABC5-4A09-AF8F-966215530AC0}" dt="2026-07-21T11:28:35.895" v="3" actId="478"/>
          <ac:spMkLst>
            <pc:docMk/>
            <pc:sldMk cId="1518052824" sldId="260"/>
            <ac:spMk id="3" creationId="{F26905C7-3E8A-8F85-7DCB-805218FF1918}"/>
          </ac:spMkLst>
        </pc:spChg>
        <pc:spChg chg="add mod">
          <ac:chgData name="Nikhil Kumar" userId="b1ae6d3b58d14f41" providerId="LiveId" clId="{2473336A-ABC5-4A09-AF8F-966215530AC0}" dt="2026-07-21T14:33:06.449" v="88" actId="2711"/>
          <ac:spMkLst>
            <pc:docMk/>
            <pc:sldMk cId="1518052824" sldId="260"/>
            <ac:spMk id="5" creationId="{BD91AEDA-8AFF-B32A-D360-214492624916}"/>
          </ac:spMkLst>
        </pc:spChg>
        <pc:spChg chg="add mod">
          <ac:chgData name="Nikhil Kumar" userId="b1ae6d3b58d14f41" providerId="LiveId" clId="{2473336A-ABC5-4A09-AF8F-966215530AC0}" dt="2026-07-21T14:33:59.763" v="116" actId="1076"/>
          <ac:spMkLst>
            <pc:docMk/>
            <pc:sldMk cId="1518052824" sldId="260"/>
            <ac:spMk id="7" creationId="{A264B44E-323C-C844-D22D-BE18ECA15194}"/>
          </ac:spMkLst>
        </pc:spChg>
        <pc:spChg chg="add mod">
          <ac:chgData name="Nikhil Kumar" userId="b1ae6d3b58d14f41" providerId="LiveId" clId="{2473336A-ABC5-4A09-AF8F-966215530AC0}" dt="2026-07-22T08:44:38.931" v="479" actId="1076"/>
          <ac:spMkLst>
            <pc:docMk/>
            <pc:sldMk cId="1518052824" sldId="260"/>
            <ac:spMk id="9" creationId="{28371DB5-78A7-EDB3-1E45-A2A1AAE052EA}"/>
          </ac:spMkLst>
        </pc:spChg>
        <pc:spChg chg="add mod">
          <ac:chgData name="Nikhil Kumar" userId="b1ae6d3b58d14f41" providerId="LiveId" clId="{2473336A-ABC5-4A09-AF8F-966215530AC0}" dt="2026-07-22T08:44:28.106" v="477" actId="1076"/>
          <ac:spMkLst>
            <pc:docMk/>
            <pc:sldMk cId="1518052824" sldId="260"/>
            <ac:spMk id="11" creationId="{D935E777-F0E3-AA6A-5598-4ED30B3AD839}"/>
          </ac:spMkLst>
        </pc:spChg>
        <pc:spChg chg="add mod">
          <ac:chgData name="Nikhil Kumar" userId="b1ae6d3b58d14f41" providerId="LiveId" clId="{2473336A-ABC5-4A09-AF8F-966215530AC0}" dt="2026-07-22T08:44:32.808" v="478" actId="1076"/>
          <ac:spMkLst>
            <pc:docMk/>
            <pc:sldMk cId="1518052824" sldId="260"/>
            <ac:spMk id="13" creationId="{666E28A1-3670-79D3-ACC5-CD32C8F39DCF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15" creationId="{A4EDA844-3470-5038-39F3-319573010531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17" creationId="{DE9A038B-427B-52FC-18D6-9F5470C31743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19" creationId="{6C5990FC-BE56-1A1E-3956-72DC0B437D24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21" creationId="{8CA0282C-D66D-D650-1111-0CD374574F08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25" creationId="{CC9BC9CD-44B2-FD73-9286-D1B64D99F87A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27" creationId="{C801AE00-1B13-B4EC-97AE-38C2CFCA823D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31" creationId="{73068FC3-C80F-0A4D-F893-14D24B9625E7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33" creationId="{2E994152-9279-A48F-82A7-83EB6E3F1628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35" creationId="{A2AAC57B-BB1D-7B1E-35A3-FC89BD953B9A}"/>
          </ac:spMkLst>
        </pc:spChg>
        <pc:spChg chg="add del mod">
          <ac:chgData name="Nikhil Kumar" userId="b1ae6d3b58d14f41" providerId="LiveId" clId="{2473336A-ABC5-4A09-AF8F-966215530AC0}" dt="2026-07-21T14:26:46.537" v="74" actId="22"/>
          <ac:spMkLst>
            <pc:docMk/>
            <pc:sldMk cId="1518052824" sldId="260"/>
            <ac:spMk id="37" creationId="{F251D691-76C1-D16A-9564-F482DAFA0850}"/>
          </ac:spMkLst>
        </pc:spChg>
      </pc:sldChg>
      <pc:sldChg chg="addSp delSp modSp new del mod">
        <pc:chgData name="Nikhil Kumar" userId="b1ae6d3b58d14f41" providerId="LiveId" clId="{2473336A-ABC5-4A09-AF8F-966215530AC0}" dt="2026-07-22T06:40:24.470" v="146" actId="47"/>
        <pc:sldMkLst>
          <pc:docMk/>
          <pc:sldMk cId="2971094915" sldId="261"/>
        </pc:sldMkLst>
        <pc:spChg chg="del">
          <ac:chgData name="Nikhil Kumar" userId="b1ae6d3b58d14f41" providerId="LiveId" clId="{2473336A-ABC5-4A09-AF8F-966215530AC0}" dt="2026-07-21T11:30:20.680" v="16" actId="478"/>
          <ac:spMkLst>
            <pc:docMk/>
            <pc:sldMk cId="2971094915" sldId="261"/>
            <ac:spMk id="2" creationId="{3FA04D79-0369-C334-206B-CE2BF0A4AF48}"/>
          </ac:spMkLst>
        </pc:spChg>
        <pc:spChg chg="del">
          <ac:chgData name="Nikhil Kumar" userId="b1ae6d3b58d14f41" providerId="LiveId" clId="{2473336A-ABC5-4A09-AF8F-966215530AC0}" dt="2026-07-21T11:30:20.680" v="16" actId="478"/>
          <ac:spMkLst>
            <pc:docMk/>
            <pc:sldMk cId="2971094915" sldId="261"/>
            <ac:spMk id="3" creationId="{B8B1D041-578C-29BE-92FF-D51403BC837C}"/>
          </ac:spMkLst>
        </pc:spChg>
        <pc:spChg chg="add del mod">
          <ac:chgData name="Nikhil Kumar" userId="b1ae6d3b58d14f41" providerId="LiveId" clId="{2473336A-ABC5-4A09-AF8F-966215530AC0}" dt="2026-07-21T11:31:16.951" v="24" actId="1076"/>
          <ac:spMkLst>
            <pc:docMk/>
            <pc:sldMk cId="2971094915" sldId="261"/>
            <ac:spMk id="5" creationId="{EFC1A3EF-D276-153F-3E5B-0474B20AD1FF}"/>
          </ac:spMkLst>
        </pc:spChg>
        <pc:spChg chg="add del mod">
          <ac:chgData name="Nikhil Kumar" userId="b1ae6d3b58d14f41" providerId="LiveId" clId="{2473336A-ABC5-4A09-AF8F-966215530AC0}" dt="2026-07-21T11:55:26.354" v="55" actId="1076"/>
          <ac:spMkLst>
            <pc:docMk/>
            <pc:sldMk cId="2971094915" sldId="261"/>
            <ac:spMk id="7" creationId="{956A7091-0EAB-1A8A-D3D1-935BDD076F8D}"/>
          </ac:spMkLst>
        </pc:spChg>
        <pc:spChg chg="add del mod">
          <ac:chgData name="Nikhil Kumar" userId="b1ae6d3b58d14f41" providerId="LiveId" clId="{2473336A-ABC5-4A09-AF8F-966215530AC0}" dt="2026-07-22T06:40:20.718" v="145" actId="478"/>
          <ac:spMkLst>
            <pc:docMk/>
            <pc:sldMk cId="2971094915" sldId="261"/>
            <ac:spMk id="9" creationId="{BAC31318-CA2C-BAFF-D0A4-755F6E1CBA60}"/>
          </ac:spMkLst>
        </pc:spChg>
        <pc:spChg chg="add del">
          <ac:chgData name="Nikhil Kumar" userId="b1ae6d3b58d14f41" providerId="LiveId" clId="{2473336A-ABC5-4A09-AF8F-966215530AC0}" dt="2026-07-21T11:30:58.576" v="22" actId="478"/>
          <ac:spMkLst>
            <pc:docMk/>
            <pc:sldMk cId="2971094915" sldId="261"/>
            <ac:spMk id="11" creationId="{84333531-C3FB-CE4A-E993-4E5859BB195B}"/>
          </ac:spMkLst>
        </pc:spChg>
        <pc:spChg chg="add del">
          <ac:chgData name="Nikhil Kumar" userId="b1ae6d3b58d14f41" providerId="LiveId" clId="{2473336A-ABC5-4A09-AF8F-966215530AC0}" dt="2026-07-21T11:31:03.012" v="23" actId="478"/>
          <ac:spMkLst>
            <pc:docMk/>
            <pc:sldMk cId="2971094915" sldId="261"/>
            <ac:spMk id="13" creationId="{8BF6DE7A-1840-5D78-F34A-12507EAE65F8}"/>
          </ac:spMkLst>
        </pc:spChg>
        <pc:spChg chg="add del">
          <ac:chgData name="Nikhil Kumar" userId="b1ae6d3b58d14f41" providerId="LiveId" clId="{2473336A-ABC5-4A09-AF8F-966215530AC0}" dt="2026-07-21T11:52:08.630" v="39" actId="478"/>
          <ac:spMkLst>
            <pc:docMk/>
            <pc:sldMk cId="2971094915" sldId="261"/>
            <ac:spMk id="15" creationId="{71872DC0-CDAF-D06E-43EF-BE891655E7E9}"/>
          </ac:spMkLst>
        </pc:spChg>
        <pc:spChg chg="add mod">
          <ac:chgData name="Nikhil Kumar" userId="b1ae6d3b58d14f41" providerId="LiveId" clId="{2473336A-ABC5-4A09-AF8F-966215530AC0}" dt="2026-07-21T11:55:02.653" v="52" actId="1076"/>
          <ac:spMkLst>
            <pc:docMk/>
            <pc:sldMk cId="2971094915" sldId="261"/>
            <ac:spMk id="19" creationId="{3F4F3341-F8F2-8F72-83E2-F2B589554F27}"/>
          </ac:spMkLst>
        </pc:spChg>
        <pc:picChg chg="add del mod">
          <ac:chgData name="Nikhil Kumar" userId="b1ae6d3b58d14f41" providerId="LiveId" clId="{2473336A-ABC5-4A09-AF8F-966215530AC0}" dt="2026-07-22T06:40:00.550" v="143" actId="478"/>
          <ac:picMkLst>
            <pc:docMk/>
            <pc:sldMk cId="2971094915" sldId="261"/>
            <ac:picMk id="17" creationId="{17461E51-8BFE-489E-86FA-1A36DF00DA85}"/>
          </ac:picMkLst>
        </pc:picChg>
        <pc:picChg chg="add del mod">
          <ac:chgData name="Nikhil Kumar" userId="b1ae6d3b58d14f41" providerId="LiveId" clId="{2473336A-ABC5-4A09-AF8F-966215530AC0}" dt="2026-07-22T06:40:07.631" v="144" actId="478"/>
          <ac:picMkLst>
            <pc:docMk/>
            <pc:sldMk cId="2971094915" sldId="261"/>
            <ac:picMk id="21" creationId="{18A0A95E-572B-D8A5-4132-B22C4685DCE8}"/>
          </ac:picMkLst>
        </pc:picChg>
      </pc:sldChg>
      <pc:sldChg chg="addSp delSp modSp new del mod">
        <pc:chgData name="Nikhil Kumar" userId="b1ae6d3b58d14f41" providerId="LiveId" clId="{2473336A-ABC5-4A09-AF8F-966215530AC0}" dt="2026-07-21T11:56:17.508" v="65" actId="47"/>
        <pc:sldMkLst>
          <pc:docMk/>
          <pc:sldMk cId="712806345" sldId="262"/>
        </pc:sldMkLst>
        <pc:spChg chg="del">
          <ac:chgData name="Nikhil Kumar" userId="b1ae6d3b58d14f41" providerId="LiveId" clId="{2473336A-ABC5-4A09-AF8F-966215530AC0}" dt="2026-07-21T11:50:37.589" v="26" actId="478"/>
          <ac:spMkLst>
            <pc:docMk/>
            <pc:sldMk cId="712806345" sldId="262"/>
            <ac:spMk id="2" creationId="{1CABB12E-9982-4A36-29A9-4469ED5B626F}"/>
          </ac:spMkLst>
        </pc:spChg>
        <pc:spChg chg="del">
          <ac:chgData name="Nikhil Kumar" userId="b1ae6d3b58d14f41" providerId="LiveId" clId="{2473336A-ABC5-4A09-AF8F-966215530AC0}" dt="2026-07-21T11:50:37.589" v="26" actId="478"/>
          <ac:spMkLst>
            <pc:docMk/>
            <pc:sldMk cId="712806345" sldId="262"/>
            <ac:spMk id="3" creationId="{6DB06CBC-DD0E-A085-C7F5-CF9E54A8E7DF}"/>
          </ac:spMkLst>
        </pc:spChg>
        <pc:picChg chg="add del">
          <ac:chgData name="Nikhil Kumar" userId="b1ae6d3b58d14f41" providerId="LiveId" clId="{2473336A-ABC5-4A09-AF8F-966215530AC0}" dt="2026-07-21T11:50:47.975" v="28" actId="478"/>
          <ac:picMkLst>
            <pc:docMk/>
            <pc:sldMk cId="712806345" sldId="262"/>
            <ac:picMk id="5" creationId="{64183813-A60D-DF5F-1015-CDFC4F9AB10E}"/>
          </ac:picMkLst>
        </pc:picChg>
        <pc:picChg chg="add mod modCrop">
          <ac:chgData name="Nikhil Kumar" userId="b1ae6d3b58d14f41" providerId="LiveId" clId="{2473336A-ABC5-4A09-AF8F-966215530AC0}" dt="2026-07-21T11:53:37.244" v="48" actId="1076"/>
          <ac:picMkLst>
            <pc:docMk/>
            <pc:sldMk cId="712806345" sldId="262"/>
            <ac:picMk id="7" creationId="{AB12BBA3-EC84-773E-1931-C5B8ED70051C}"/>
          </ac:picMkLst>
        </pc:picChg>
      </pc:sldChg>
      <pc:sldChg chg="addSp delSp modSp new mod">
        <pc:chgData name="Nikhil Kumar" userId="b1ae6d3b58d14f41" providerId="LiveId" clId="{2473336A-ABC5-4A09-AF8F-966215530AC0}" dt="2026-07-22T08:43:29.407" v="470" actId="478"/>
        <pc:sldMkLst>
          <pc:docMk/>
          <pc:sldMk cId="3424113492" sldId="262"/>
        </pc:sldMkLst>
        <pc:spChg chg="del">
          <ac:chgData name="Nikhil Kumar" userId="b1ae6d3b58d14f41" providerId="LiveId" clId="{2473336A-ABC5-4A09-AF8F-966215530AC0}" dt="2026-07-21T14:25:56.114" v="67" actId="478"/>
          <ac:spMkLst>
            <pc:docMk/>
            <pc:sldMk cId="3424113492" sldId="262"/>
            <ac:spMk id="2" creationId="{0402C3F9-9A12-DF0B-8FE1-5E8A5231A4E6}"/>
          </ac:spMkLst>
        </pc:spChg>
        <pc:spChg chg="del">
          <ac:chgData name="Nikhil Kumar" userId="b1ae6d3b58d14f41" providerId="LiveId" clId="{2473336A-ABC5-4A09-AF8F-966215530AC0}" dt="2026-07-21T14:25:56.114" v="67" actId="478"/>
          <ac:spMkLst>
            <pc:docMk/>
            <pc:sldMk cId="3424113492" sldId="262"/>
            <ac:spMk id="3" creationId="{AC413333-31A8-38C2-8283-B03A39D2ECA0}"/>
          </ac:spMkLst>
        </pc:spChg>
        <pc:spChg chg="add mod">
          <ac:chgData name="Nikhil Kumar" userId="b1ae6d3b58d14f41" providerId="LiveId" clId="{2473336A-ABC5-4A09-AF8F-966215530AC0}" dt="2026-07-21T14:36:20.448" v="133" actId="2711"/>
          <ac:spMkLst>
            <pc:docMk/>
            <pc:sldMk cId="3424113492" sldId="262"/>
            <ac:spMk id="5" creationId="{7A29FB34-6EC3-7403-BB44-CFF14DDE62D7}"/>
          </ac:spMkLst>
        </pc:spChg>
        <pc:spChg chg="add mod">
          <ac:chgData name="Nikhil Kumar" userId="b1ae6d3b58d14f41" providerId="LiveId" clId="{2473336A-ABC5-4A09-AF8F-966215530AC0}" dt="2026-07-22T06:45:41.521" v="190" actId="1076"/>
          <ac:spMkLst>
            <pc:docMk/>
            <pc:sldMk cId="3424113492" sldId="262"/>
            <ac:spMk id="7" creationId="{3C1A8EDA-F271-6465-682E-89177AE2383F}"/>
          </ac:spMkLst>
        </pc:spChg>
        <pc:spChg chg="add del">
          <ac:chgData name="Nikhil Kumar" userId="b1ae6d3b58d14f41" providerId="LiveId" clId="{2473336A-ABC5-4A09-AF8F-966215530AC0}" dt="2026-07-21T14:26:03.279" v="69" actId="478"/>
          <ac:spMkLst>
            <pc:docMk/>
            <pc:sldMk cId="3424113492" sldId="262"/>
            <ac:spMk id="9" creationId="{B151C488-94B6-E623-8A87-5CCA7F92CE25}"/>
          </ac:spMkLst>
        </pc:spChg>
        <pc:spChg chg="add del mod">
          <ac:chgData name="Nikhil Kumar" userId="b1ae6d3b58d14f41" providerId="LiveId" clId="{2473336A-ABC5-4A09-AF8F-966215530AC0}" dt="2026-07-22T08:43:29.407" v="470" actId="478"/>
          <ac:spMkLst>
            <pc:docMk/>
            <pc:sldMk cId="3424113492" sldId="262"/>
            <ac:spMk id="11" creationId="{E2076E1E-9487-E490-19F6-C917CBFCF705}"/>
          </ac:spMkLst>
        </pc:spChg>
        <pc:picChg chg="add mod modCrop">
          <ac:chgData name="Nikhil Kumar" userId="b1ae6d3b58d14f41" providerId="LiveId" clId="{2473336A-ABC5-4A09-AF8F-966215530AC0}" dt="2026-07-22T08:43:24.244" v="469" actId="14100"/>
          <ac:picMkLst>
            <pc:docMk/>
            <pc:sldMk cId="3424113492" sldId="262"/>
            <ac:picMk id="3" creationId="{6D283D4E-6129-F2C2-0048-47864FA71446}"/>
          </ac:picMkLst>
        </pc:picChg>
      </pc:sldChg>
      <pc:sldChg chg="addSp delSp new del mod ord">
        <pc:chgData name="Nikhil Kumar" userId="b1ae6d3b58d14f41" providerId="LiveId" clId="{2473336A-ABC5-4A09-AF8F-966215530AC0}" dt="2026-07-22T06:45:57.381" v="193" actId="47"/>
        <pc:sldMkLst>
          <pc:docMk/>
          <pc:sldMk cId="554390221" sldId="263"/>
        </pc:sldMkLst>
        <pc:spChg chg="del">
          <ac:chgData name="Nikhil Kumar" userId="b1ae6d3b58d14f41" providerId="LiveId" clId="{2473336A-ABC5-4A09-AF8F-966215530AC0}" dt="2026-07-22T06:43:48.086" v="169" actId="478"/>
          <ac:spMkLst>
            <pc:docMk/>
            <pc:sldMk cId="554390221" sldId="263"/>
            <ac:spMk id="2" creationId="{975AC585-8BF7-6A53-591A-9AC076A95653}"/>
          </ac:spMkLst>
        </pc:spChg>
        <pc:spChg chg="del">
          <ac:chgData name="Nikhil Kumar" userId="b1ae6d3b58d14f41" providerId="LiveId" clId="{2473336A-ABC5-4A09-AF8F-966215530AC0}" dt="2026-07-22T06:43:48.086" v="169" actId="478"/>
          <ac:spMkLst>
            <pc:docMk/>
            <pc:sldMk cId="554390221" sldId="263"/>
            <ac:spMk id="3" creationId="{8E106472-FD6E-F444-56FE-742EF986B81D}"/>
          </ac:spMkLst>
        </pc:spChg>
        <pc:picChg chg="add del">
          <ac:chgData name="Nikhil Kumar" userId="b1ae6d3b58d14f41" providerId="LiveId" clId="{2473336A-ABC5-4A09-AF8F-966215530AC0}" dt="2026-07-22T06:44:14.670" v="173" actId="21"/>
          <ac:picMkLst>
            <pc:docMk/>
            <pc:sldMk cId="554390221" sldId="263"/>
            <ac:picMk id="5" creationId="{12360736-3367-4424-F199-2E6299533EA9}"/>
          </ac:picMkLst>
        </pc:picChg>
      </pc:sldChg>
      <pc:sldChg chg="addSp delSp modSp new del mod">
        <pc:chgData name="Nikhil Kumar" userId="b1ae6d3b58d14f41" providerId="LiveId" clId="{2473336A-ABC5-4A09-AF8F-966215530AC0}" dt="2026-07-22T06:43:35.336" v="167" actId="47"/>
        <pc:sldMkLst>
          <pc:docMk/>
          <pc:sldMk cId="4019248191" sldId="263"/>
        </pc:sldMkLst>
        <pc:spChg chg="del">
          <ac:chgData name="Nikhil Kumar" userId="b1ae6d3b58d14f41" providerId="LiveId" clId="{2473336A-ABC5-4A09-AF8F-966215530AC0}" dt="2026-07-21T14:32:04.310" v="76" actId="478"/>
          <ac:spMkLst>
            <pc:docMk/>
            <pc:sldMk cId="4019248191" sldId="263"/>
            <ac:spMk id="2" creationId="{A1AE4395-4C4B-8157-AA7B-7CFB42B84B36}"/>
          </ac:spMkLst>
        </pc:spChg>
        <pc:spChg chg="del">
          <ac:chgData name="Nikhil Kumar" userId="b1ae6d3b58d14f41" providerId="LiveId" clId="{2473336A-ABC5-4A09-AF8F-966215530AC0}" dt="2026-07-21T14:32:04.310" v="76" actId="478"/>
          <ac:spMkLst>
            <pc:docMk/>
            <pc:sldMk cId="4019248191" sldId="263"/>
            <ac:spMk id="3" creationId="{A6BDBF65-3065-A0CA-8328-4E103B6A38D4}"/>
          </ac:spMkLst>
        </pc:spChg>
        <pc:spChg chg="add mod">
          <ac:chgData name="Nikhil Kumar" userId="b1ae6d3b58d14f41" providerId="LiveId" clId="{2473336A-ABC5-4A09-AF8F-966215530AC0}" dt="2026-07-21T14:36:02.422" v="131" actId="2711"/>
          <ac:spMkLst>
            <pc:docMk/>
            <pc:sldMk cId="4019248191" sldId="263"/>
            <ac:spMk id="5" creationId="{74CA2456-E053-20AB-049C-876252E5D872}"/>
          </ac:spMkLst>
        </pc:spChg>
        <pc:spChg chg="add mod">
          <ac:chgData name="Nikhil Kumar" userId="b1ae6d3b58d14f41" providerId="LiveId" clId="{2473336A-ABC5-4A09-AF8F-966215530AC0}" dt="2026-07-21T14:36:10.998" v="132" actId="403"/>
          <ac:spMkLst>
            <pc:docMk/>
            <pc:sldMk cId="4019248191" sldId="263"/>
            <ac:spMk id="7" creationId="{16759F89-CC70-737D-C7BE-C6C379AABC97}"/>
          </ac:spMkLst>
        </pc:spChg>
        <pc:spChg chg="add del">
          <ac:chgData name="Nikhil Kumar" userId="b1ae6d3b58d14f41" providerId="LiveId" clId="{2473336A-ABC5-4A09-AF8F-966215530AC0}" dt="2026-07-21T14:32:10.956" v="78" actId="478"/>
          <ac:spMkLst>
            <pc:docMk/>
            <pc:sldMk cId="4019248191" sldId="263"/>
            <ac:spMk id="9" creationId="{FBA82385-A24C-47BA-8468-DFE8FE0D5132}"/>
          </ac:spMkLst>
        </pc:spChg>
        <pc:spChg chg="add del">
          <ac:chgData name="Nikhil Kumar" userId="b1ae6d3b58d14f41" providerId="LiveId" clId="{2473336A-ABC5-4A09-AF8F-966215530AC0}" dt="2026-07-21T14:32:15.381" v="79" actId="478"/>
          <ac:spMkLst>
            <pc:docMk/>
            <pc:sldMk cId="4019248191" sldId="263"/>
            <ac:spMk id="11" creationId="{3B6ADE17-DB85-E484-5FDD-2C447D803A6A}"/>
          </ac:spMkLst>
        </pc:spChg>
      </pc:sldChg>
      <pc:sldChg chg="addSp delSp modSp new mod ord">
        <pc:chgData name="Nikhil Kumar" userId="b1ae6d3b58d14f41" providerId="LiveId" clId="{2473336A-ABC5-4A09-AF8F-966215530AC0}" dt="2026-07-22T07:11:50.647" v="321" actId="20577"/>
        <pc:sldMkLst>
          <pc:docMk/>
          <pc:sldMk cId="4209174873" sldId="263"/>
        </pc:sldMkLst>
        <pc:spChg chg="del">
          <ac:chgData name="Nikhil Kumar" userId="b1ae6d3b58d14f41" providerId="LiveId" clId="{2473336A-ABC5-4A09-AF8F-966215530AC0}" dt="2026-07-22T07:01:05.382" v="219" actId="478"/>
          <ac:spMkLst>
            <pc:docMk/>
            <pc:sldMk cId="4209174873" sldId="263"/>
            <ac:spMk id="2" creationId="{49E5DC42-199A-C073-ACF9-A3ADAE17ADCE}"/>
          </ac:spMkLst>
        </pc:spChg>
        <pc:spChg chg="del">
          <ac:chgData name="Nikhil Kumar" userId="b1ae6d3b58d14f41" providerId="LiveId" clId="{2473336A-ABC5-4A09-AF8F-966215530AC0}" dt="2026-07-22T07:01:05.382" v="219" actId="478"/>
          <ac:spMkLst>
            <pc:docMk/>
            <pc:sldMk cId="4209174873" sldId="263"/>
            <ac:spMk id="3" creationId="{4477DBD0-D6DE-9CCD-20F9-6960EE930D5A}"/>
          </ac:spMkLst>
        </pc:spChg>
        <pc:spChg chg="add mod">
          <ac:chgData name="Nikhil Kumar" userId="b1ae6d3b58d14f41" providerId="LiveId" clId="{2473336A-ABC5-4A09-AF8F-966215530AC0}" dt="2026-07-22T07:11:50.647" v="321" actId="20577"/>
          <ac:spMkLst>
            <pc:docMk/>
            <pc:sldMk cId="4209174873" sldId="263"/>
            <ac:spMk id="32" creationId="{A9913B13-F847-C74D-FF13-08C5834CA68D}"/>
          </ac:spMkLst>
        </pc:spChg>
        <pc:picChg chg="add mod modCrop">
          <ac:chgData name="Nikhil Kumar" userId="b1ae6d3b58d14f41" providerId="LiveId" clId="{2473336A-ABC5-4A09-AF8F-966215530AC0}" dt="2026-07-22T07:10:51.198" v="289" actId="1076"/>
          <ac:picMkLst>
            <pc:docMk/>
            <pc:sldMk cId="4209174873" sldId="263"/>
            <ac:picMk id="5" creationId="{8632D470-A745-C440-4B44-E6BE2DBC442C}"/>
          </ac:picMkLst>
        </pc:picChg>
        <pc:picChg chg="add del mod">
          <ac:chgData name="Nikhil Kumar" userId="b1ae6d3b58d14f41" providerId="LiveId" clId="{2473336A-ABC5-4A09-AF8F-966215530AC0}" dt="2026-07-22T07:03:14.009" v="226" actId="478"/>
          <ac:picMkLst>
            <pc:docMk/>
            <pc:sldMk cId="4209174873" sldId="263"/>
            <ac:picMk id="7" creationId="{64A60F50-A87C-113D-77AE-63A9A4F71D45}"/>
          </ac:picMkLst>
        </pc:picChg>
        <pc:picChg chg="add del mod">
          <ac:chgData name="Nikhil Kumar" userId="b1ae6d3b58d14f41" providerId="LiveId" clId="{2473336A-ABC5-4A09-AF8F-966215530AC0}" dt="2026-07-22T07:03:14.009" v="226" actId="478"/>
          <ac:picMkLst>
            <pc:docMk/>
            <pc:sldMk cId="4209174873" sldId="263"/>
            <ac:picMk id="9" creationId="{DC75D80D-A0D6-55C8-5C35-1B384142AC36}"/>
          </ac:picMkLst>
        </pc:picChg>
        <pc:picChg chg="add del mod">
          <ac:chgData name="Nikhil Kumar" userId="b1ae6d3b58d14f41" providerId="LiveId" clId="{2473336A-ABC5-4A09-AF8F-966215530AC0}" dt="2026-07-22T07:03:14.009" v="226" actId="478"/>
          <ac:picMkLst>
            <pc:docMk/>
            <pc:sldMk cId="4209174873" sldId="263"/>
            <ac:picMk id="11" creationId="{B54FD4C9-A74C-19B5-68F2-3B42A223E80D}"/>
          </ac:picMkLst>
        </pc:picChg>
        <pc:picChg chg="add del mod">
          <ac:chgData name="Nikhil Kumar" userId="b1ae6d3b58d14f41" providerId="LiveId" clId="{2473336A-ABC5-4A09-AF8F-966215530AC0}" dt="2026-07-22T07:03:14.009" v="226" actId="478"/>
          <ac:picMkLst>
            <pc:docMk/>
            <pc:sldMk cId="4209174873" sldId="263"/>
            <ac:picMk id="13" creationId="{DB246250-50AE-021D-6EE6-23AB4A975FAC}"/>
          </ac:picMkLst>
        </pc:picChg>
        <pc:picChg chg="add del mod">
          <ac:chgData name="Nikhil Kumar" userId="b1ae6d3b58d14f41" providerId="LiveId" clId="{2473336A-ABC5-4A09-AF8F-966215530AC0}" dt="2026-07-22T07:03:14.009" v="226" actId="478"/>
          <ac:picMkLst>
            <pc:docMk/>
            <pc:sldMk cId="4209174873" sldId="263"/>
            <ac:picMk id="15" creationId="{2B4898CB-3D2A-1E78-A54B-CF41FE522357}"/>
          </ac:picMkLst>
        </pc:picChg>
        <pc:picChg chg="add del mod">
          <ac:chgData name="Nikhil Kumar" userId="b1ae6d3b58d14f41" providerId="LiveId" clId="{2473336A-ABC5-4A09-AF8F-966215530AC0}" dt="2026-07-22T07:03:57.790" v="232" actId="478"/>
          <ac:picMkLst>
            <pc:docMk/>
            <pc:sldMk cId="4209174873" sldId="263"/>
            <ac:picMk id="17" creationId="{3B7D4FB4-A29C-1C3B-D94A-61B5EE394BBB}"/>
          </ac:picMkLst>
        </pc:picChg>
        <pc:picChg chg="add del mod">
          <ac:chgData name="Nikhil Kumar" userId="b1ae6d3b58d14f41" providerId="LiveId" clId="{2473336A-ABC5-4A09-AF8F-966215530AC0}" dt="2026-07-22T07:03:57.790" v="232" actId="478"/>
          <ac:picMkLst>
            <pc:docMk/>
            <pc:sldMk cId="4209174873" sldId="263"/>
            <ac:picMk id="19" creationId="{91F088B8-4026-4D27-9D99-AA3C7E0F0BC1}"/>
          </ac:picMkLst>
        </pc:picChg>
        <pc:picChg chg="add del mod">
          <ac:chgData name="Nikhil Kumar" userId="b1ae6d3b58d14f41" providerId="LiveId" clId="{2473336A-ABC5-4A09-AF8F-966215530AC0}" dt="2026-07-22T07:03:57.790" v="232" actId="478"/>
          <ac:picMkLst>
            <pc:docMk/>
            <pc:sldMk cId="4209174873" sldId="263"/>
            <ac:picMk id="21" creationId="{9B4F5E7C-A031-D0FB-DDA3-1218C0DF1DA7}"/>
          </ac:picMkLst>
        </pc:picChg>
        <pc:picChg chg="add del mod">
          <ac:chgData name="Nikhil Kumar" userId="b1ae6d3b58d14f41" providerId="LiveId" clId="{2473336A-ABC5-4A09-AF8F-966215530AC0}" dt="2026-07-22T07:03:57.790" v="232" actId="478"/>
          <ac:picMkLst>
            <pc:docMk/>
            <pc:sldMk cId="4209174873" sldId="263"/>
            <ac:picMk id="23" creationId="{3BF2C6CD-42D7-71E3-C350-B18BEF4078AD}"/>
          </ac:picMkLst>
        </pc:picChg>
        <pc:picChg chg="add del mod modCrop">
          <ac:chgData name="Nikhil Kumar" userId="b1ae6d3b58d14f41" providerId="LiveId" clId="{2473336A-ABC5-4A09-AF8F-966215530AC0}" dt="2026-07-22T07:09:41.923" v="269" actId="21"/>
          <ac:picMkLst>
            <pc:docMk/>
            <pc:sldMk cId="4209174873" sldId="263"/>
            <ac:picMk id="25" creationId="{CC5AA83A-CFE4-FEC5-5922-E0702D47E379}"/>
          </ac:picMkLst>
        </pc:picChg>
        <pc:picChg chg="add del mod">
          <ac:chgData name="Nikhil Kumar" userId="b1ae6d3b58d14f41" providerId="LiveId" clId="{2473336A-ABC5-4A09-AF8F-966215530AC0}" dt="2026-07-22T07:09:53.045" v="273" actId="21"/>
          <ac:picMkLst>
            <pc:docMk/>
            <pc:sldMk cId="4209174873" sldId="263"/>
            <ac:picMk id="27" creationId="{78269A85-82B4-50BE-B351-67B8994D5051}"/>
          </ac:picMkLst>
        </pc:picChg>
        <pc:picChg chg="add del mod">
          <ac:chgData name="Nikhil Kumar" userId="b1ae6d3b58d14f41" providerId="LiveId" clId="{2473336A-ABC5-4A09-AF8F-966215530AC0}" dt="2026-07-22T07:05:52.339" v="242" actId="478"/>
          <ac:picMkLst>
            <pc:docMk/>
            <pc:sldMk cId="4209174873" sldId="263"/>
            <ac:picMk id="29" creationId="{F5139F18-521B-33BE-8500-7A14E8DB3ED3}"/>
          </ac:picMkLst>
        </pc:picChg>
        <pc:picChg chg="add del mod">
          <ac:chgData name="Nikhil Kumar" userId="b1ae6d3b58d14f41" providerId="LiveId" clId="{2473336A-ABC5-4A09-AF8F-966215530AC0}" dt="2026-07-22T07:10:11.565" v="279" actId="478"/>
          <ac:picMkLst>
            <pc:docMk/>
            <pc:sldMk cId="4209174873" sldId="263"/>
            <ac:picMk id="31" creationId="{A81F6528-9E22-4523-0CF9-EBB9DFFE6ED0}"/>
          </ac:picMkLst>
        </pc:picChg>
      </pc:sldChg>
      <pc:sldChg chg="addSp delSp modSp new mod">
        <pc:chgData name="Nikhil Kumar" userId="b1ae6d3b58d14f41" providerId="LiveId" clId="{2473336A-ABC5-4A09-AF8F-966215530AC0}" dt="2026-07-22T07:13:30.611" v="428" actId="20577"/>
        <pc:sldMkLst>
          <pc:docMk/>
          <pc:sldMk cId="1288440661" sldId="264"/>
        </pc:sldMkLst>
        <pc:spChg chg="del">
          <ac:chgData name="Nikhil Kumar" userId="b1ae6d3b58d14f41" providerId="LiveId" clId="{2473336A-ABC5-4A09-AF8F-966215530AC0}" dt="2026-07-22T07:09:35.725" v="267" actId="478"/>
          <ac:spMkLst>
            <pc:docMk/>
            <pc:sldMk cId="1288440661" sldId="264"/>
            <ac:spMk id="2" creationId="{D8EE3D92-E62C-C12C-CCE7-61E42224E1FC}"/>
          </ac:spMkLst>
        </pc:spChg>
        <pc:spChg chg="del">
          <ac:chgData name="Nikhil Kumar" userId="b1ae6d3b58d14f41" providerId="LiveId" clId="{2473336A-ABC5-4A09-AF8F-966215530AC0}" dt="2026-07-22T07:09:35.725" v="267" actId="478"/>
          <ac:spMkLst>
            <pc:docMk/>
            <pc:sldMk cId="1288440661" sldId="264"/>
            <ac:spMk id="3" creationId="{D1739B05-E4A0-7F6B-A4AB-D1D92DF3C0A4}"/>
          </ac:spMkLst>
        </pc:spChg>
        <pc:spChg chg="add mod">
          <ac:chgData name="Nikhil Kumar" userId="b1ae6d3b58d14f41" providerId="LiveId" clId="{2473336A-ABC5-4A09-AF8F-966215530AC0}" dt="2026-07-22T07:13:30.611" v="428" actId="20577"/>
          <ac:spMkLst>
            <pc:docMk/>
            <pc:sldMk cId="1288440661" sldId="264"/>
            <ac:spMk id="9" creationId="{70D7A40D-84D2-26C0-934E-FE67CCF16517}"/>
          </ac:spMkLst>
        </pc:spChg>
        <pc:picChg chg="add mod">
          <ac:chgData name="Nikhil Kumar" userId="b1ae6d3b58d14f41" providerId="LiveId" clId="{2473336A-ABC5-4A09-AF8F-966215530AC0}" dt="2026-07-22T07:10:40.523" v="287" actId="1076"/>
          <ac:picMkLst>
            <pc:docMk/>
            <pc:sldMk cId="1288440661" sldId="264"/>
            <ac:picMk id="5" creationId="{7129A0E2-5ACC-2F73-7892-5264A3A7F37C}"/>
          </ac:picMkLst>
        </pc:picChg>
        <pc:picChg chg="add del">
          <ac:chgData name="Nikhil Kumar" userId="b1ae6d3b58d14f41" providerId="LiveId" clId="{2473336A-ABC5-4A09-AF8F-966215530AC0}" dt="2026-07-22T07:12:04.712" v="323" actId="478"/>
          <ac:picMkLst>
            <pc:docMk/>
            <pc:sldMk cId="1288440661" sldId="264"/>
            <ac:picMk id="7" creationId="{029D2503-C126-1A5D-4A6B-0EA13122B456}"/>
          </ac:picMkLst>
        </pc:picChg>
      </pc:sldChg>
      <pc:sldChg chg="addSp delSp modSp new mod">
        <pc:chgData name="Nikhil Kumar" userId="b1ae6d3b58d14f41" providerId="LiveId" clId="{2473336A-ABC5-4A09-AF8F-966215530AC0}" dt="2026-07-22T07:19:25.843" v="439" actId="1076"/>
        <pc:sldMkLst>
          <pc:docMk/>
          <pc:sldMk cId="2073704979" sldId="265"/>
        </pc:sldMkLst>
        <pc:spChg chg="del">
          <ac:chgData name="Nikhil Kumar" userId="b1ae6d3b58d14f41" providerId="LiveId" clId="{2473336A-ABC5-4A09-AF8F-966215530AC0}" dt="2026-07-22T07:09:50.027" v="272" actId="478"/>
          <ac:spMkLst>
            <pc:docMk/>
            <pc:sldMk cId="2073704979" sldId="265"/>
            <ac:spMk id="2" creationId="{7EDF5F1B-ED73-BCF0-C584-D11B8E786A84}"/>
          </ac:spMkLst>
        </pc:spChg>
        <pc:spChg chg="del">
          <ac:chgData name="Nikhil Kumar" userId="b1ae6d3b58d14f41" providerId="LiveId" clId="{2473336A-ABC5-4A09-AF8F-966215530AC0}" dt="2026-07-22T07:09:50.027" v="272" actId="478"/>
          <ac:spMkLst>
            <pc:docMk/>
            <pc:sldMk cId="2073704979" sldId="265"/>
            <ac:spMk id="3" creationId="{42B26017-9CF1-6BC6-FBD1-859DC555641A}"/>
          </ac:spMkLst>
        </pc:spChg>
        <pc:spChg chg="add mod">
          <ac:chgData name="Nikhil Kumar" userId="b1ae6d3b58d14f41" providerId="LiveId" clId="{2473336A-ABC5-4A09-AF8F-966215530AC0}" dt="2026-07-22T07:12:50.703" v="385" actId="20577"/>
          <ac:spMkLst>
            <pc:docMk/>
            <pc:sldMk cId="2073704979" sldId="265"/>
            <ac:spMk id="7" creationId="{6608324F-2AF6-375F-5299-53BE31FA4039}"/>
          </ac:spMkLst>
        </pc:spChg>
        <pc:picChg chg="add mod">
          <ac:chgData name="Nikhil Kumar" userId="b1ae6d3b58d14f41" providerId="LiveId" clId="{2473336A-ABC5-4A09-AF8F-966215530AC0}" dt="2026-07-22T07:19:25.843" v="439" actId="1076"/>
          <ac:picMkLst>
            <pc:docMk/>
            <pc:sldMk cId="2073704979" sldId="265"/>
            <ac:picMk id="5" creationId="{9E5FA294-3346-8E8F-C0B8-C01A4E9FF4F3}"/>
          </ac:picMkLst>
        </pc:picChg>
      </pc:sldChg>
      <pc:sldChg chg="addSp delSp modSp new mod ord">
        <pc:chgData name="Nikhil Kumar" userId="b1ae6d3b58d14f41" providerId="LiveId" clId="{2473336A-ABC5-4A09-AF8F-966215530AC0}" dt="2026-07-22T08:44:53.463" v="480" actId="14100"/>
        <pc:sldMkLst>
          <pc:docMk/>
          <pc:sldMk cId="1182277464" sldId="266"/>
        </pc:sldMkLst>
        <pc:spChg chg="del">
          <ac:chgData name="Nikhil Kumar" userId="b1ae6d3b58d14f41" providerId="LiveId" clId="{2473336A-ABC5-4A09-AF8F-966215530AC0}" dt="2026-07-22T07:10:00.074" v="276" actId="478"/>
          <ac:spMkLst>
            <pc:docMk/>
            <pc:sldMk cId="1182277464" sldId="266"/>
            <ac:spMk id="2" creationId="{7B2C2084-3701-565D-4115-495D15AC0239}"/>
          </ac:spMkLst>
        </pc:spChg>
        <pc:spChg chg="del">
          <ac:chgData name="Nikhil Kumar" userId="b1ae6d3b58d14f41" providerId="LiveId" clId="{2473336A-ABC5-4A09-AF8F-966215530AC0}" dt="2026-07-22T07:10:00.074" v="276" actId="478"/>
          <ac:spMkLst>
            <pc:docMk/>
            <pc:sldMk cId="1182277464" sldId="266"/>
            <ac:spMk id="3" creationId="{2745E991-0612-A8E7-0C9D-0BF42A3340A0}"/>
          </ac:spMkLst>
        </pc:spChg>
        <pc:spChg chg="add">
          <ac:chgData name="Nikhil Kumar" userId="b1ae6d3b58d14f41" providerId="LiveId" clId="{2473336A-ABC5-4A09-AF8F-966215530AC0}" dt="2026-07-22T07:13:06.380" v="386" actId="22"/>
          <ac:spMkLst>
            <pc:docMk/>
            <pc:sldMk cId="1182277464" sldId="266"/>
            <ac:spMk id="7" creationId="{4CB9F22C-8A5C-127D-B8DE-EFAFCC5E22B6}"/>
          </ac:spMkLst>
        </pc:spChg>
        <pc:picChg chg="add del mod">
          <ac:chgData name="Nikhil Kumar" userId="b1ae6d3b58d14f41" providerId="LiveId" clId="{2473336A-ABC5-4A09-AF8F-966215530AC0}" dt="2026-07-22T07:19:01.609" v="435" actId="478"/>
          <ac:picMkLst>
            <pc:docMk/>
            <pc:sldMk cId="1182277464" sldId="266"/>
            <ac:picMk id="5" creationId="{0132557A-6A21-BD1F-2D24-E5EDE78C1D05}"/>
          </ac:picMkLst>
        </pc:picChg>
        <pc:picChg chg="add mod">
          <ac:chgData name="Nikhil Kumar" userId="b1ae6d3b58d14f41" providerId="LiveId" clId="{2473336A-ABC5-4A09-AF8F-966215530AC0}" dt="2026-07-22T08:44:53.463" v="480" actId="14100"/>
          <ac:picMkLst>
            <pc:docMk/>
            <pc:sldMk cId="1182277464" sldId="266"/>
            <ac:picMk id="9" creationId="{D3AB1FBC-3311-4546-705E-340453DABD11}"/>
          </ac:picMkLst>
        </pc:picChg>
      </pc:sldChg>
      <pc:sldChg chg="addSp delSp modSp new mod">
        <pc:chgData name="Nikhil Kumar" userId="b1ae6d3b58d14f41" providerId="LiveId" clId="{2473336A-ABC5-4A09-AF8F-966215530AC0}" dt="2026-07-22T08:42:54.356" v="468" actId="20577"/>
        <pc:sldMkLst>
          <pc:docMk/>
          <pc:sldMk cId="1075117455" sldId="267"/>
        </pc:sldMkLst>
        <pc:spChg chg="del">
          <ac:chgData name="Nikhil Kumar" userId="b1ae6d3b58d14f41" providerId="LiveId" clId="{2473336A-ABC5-4A09-AF8F-966215530AC0}" dt="2026-07-22T08:42:19.867" v="441" actId="478"/>
          <ac:spMkLst>
            <pc:docMk/>
            <pc:sldMk cId="1075117455" sldId="267"/>
            <ac:spMk id="2" creationId="{CE2FDF43-3642-3AA7-F716-F9E8F5C26E3C}"/>
          </ac:spMkLst>
        </pc:spChg>
        <pc:spChg chg="del">
          <ac:chgData name="Nikhil Kumar" userId="b1ae6d3b58d14f41" providerId="LiveId" clId="{2473336A-ABC5-4A09-AF8F-966215530AC0}" dt="2026-07-22T08:42:22.134" v="442" actId="478"/>
          <ac:spMkLst>
            <pc:docMk/>
            <pc:sldMk cId="1075117455" sldId="267"/>
            <ac:spMk id="3" creationId="{571D4971-3C0C-CFB4-C751-DC4F815A9012}"/>
          </ac:spMkLst>
        </pc:spChg>
        <pc:spChg chg="add mod">
          <ac:chgData name="Nikhil Kumar" userId="b1ae6d3b58d14f41" providerId="LiveId" clId="{2473336A-ABC5-4A09-AF8F-966215530AC0}" dt="2026-07-22T08:42:54.356" v="468" actId="20577"/>
          <ac:spMkLst>
            <pc:docMk/>
            <pc:sldMk cId="1075117455" sldId="267"/>
            <ac:spMk id="6" creationId="{1937EE3A-0303-D972-2F0F-3B964EFCF258}"/>
          </ac:spMkLst>
        </pc:spChg>
        <pc:picChg chg="add mod">
          <ac:chgData name="Nikhil Kumar" userId="b1ae6d3b58d14f41" providerId="LiveId" clId="{2473336A-ABC5-4A09-AF8F-966215530AC0}" dt="2026-07-22T08:42:33.757" v="446" actId="1076"/>
          <ac:picMkLst>
            <pc:docMk/>
            <pc:sldMk cId="1075117455" sldId="267"/>
            <ac:picMk id="5" creationId="{4C3283E6-76F5-0F4B-29C3-C7F0951C39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E73B-4AB7-F49A-C949-26C2FEFBC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5B724-F460-44C1-CEC0-53EE1E9FC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EC85D-3DEE-F780-18D9-2E825CF7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3D195-EB33-62AC-1DE9-360FDD9F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159DF-341F-70CE-FA85-E8366844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64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784C-72A8-AB2E-03A2-12A89DD7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7F1A-FD18-CAAD-313F-FAFAC26E1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868F6-6FAE-3614-E679-ED7C1FDF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7AE7-054A-7406-4B43-98A4A146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C7409-BB6F-83D5-5749-8675EC4D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51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69B7-BCF7-95C2-0BFE-618104FF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26013-D8B2-330E-30A1-ECD07DC52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19F00-9487-F99E-F7DA-F7F9FAF8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E030C-D6C5-D487-B20D-F0690541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68070-5092-DFC9-7E95-11B8A367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33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E907-76E4-E003-60F9-FE2F4332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2E77-6531-F5A3-C406-C657ED661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331E4-7B21-C57D-1B99-05E68D9FB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E2651-4BA8-0BAC-E969-78A6F6F0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0EEB-AE29-8E84-E596-B3159225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D5CA-80CF-83B9-5CF5-54CDF4C1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28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DA39-5754-F55B-5042-249BB3C0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E077E-75D7-9ACC-0EA6-2B62367E7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059BF-B9B8-2715-58A7-43D092B22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F560A-8FF6-1E53-4928-AC67FE0EE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5ED87-D6DD-DDB5-41CB-29219381D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D13A4-FF96-15B4-EC3F-830B5E5A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7A5CC-44E9-E717-4A16-7F744751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BFB02-D5BC-FE66-FFC6-AFF2AA2B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AB3D-456B-E7D3-0438-1D02FB4A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615D5-F1E0-ED36-12A1-3D9844BB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16119-A28B-C78A-AEB5-2A44A632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FA9D0-8BE4-4219-AFCA-C34D192A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47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CC3CA-5872-922E-BD47-D6E1F269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5F1FC-BD36-B861-CD8E-7E15E195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7330D-69F4-400D-8142-D0C9F5F6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63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5B59-FCC6-516C-7176-D9B89629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F1E6-32A1-6856-1AF3-A5EA02E6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232E-96EC-7078-DB88-5C65B0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BA8F9-87F0-8FEF-062D-09C6C468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1A756-4CE3-94BA-4B60-1CB814F2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1D694-5200-B3FE-22D9-93C4F0C3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21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BE9C-3D9B-8B46-F44D-75F8B8352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3AAB2-1C23-06CC-BF1E-63795A519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6B3C0-33E7-1BD7-7434-981D669BD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7438-5BF0-B9DC-82F7-056152E1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23222-6148-8797-4871-B8268CDE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CE953-1DB8-AE53-D6D7-34179176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2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C45B-F065-8A17-138E-A344BD240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5C178-EA8F-07C9-8185-7FFDC8EE7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3886C-451E-07A5-9C0B-CDB643FE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EE1C6-F7CA-5907-04A3-28202DEB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6E019-A4C0-A759-7D3E-FE0144F9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68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75B40-8CF2-953E-E121-7378275D3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5B189-E5C7-E90B-46D0-37813301D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85948-1140-DA90-1556-D79DE936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9AE79-59B7-32F4-9C1B-CA514272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CB931-9380-354F-9A7B-7B406947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9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6ED82-F311-472F-0B70-B5BCD46E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E7A54-09C5-ECCC-52A8-3E3762AED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C6976-E61D-B763-DBBB-A290D048D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6DFE1-79EC-4830-AD05-CDC1453B80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0E7BD-1FC0-E224-3FCE-E7FB6CCA7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9726-4E5A-51D2-70CE-82A0EFB7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7BD31-919A-44C3-8BCD-C90C962EE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12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91AEDA-8AFF-B32A-D360-214492624916}"/>
              </a:ext>
            </a:extLst>
          </p:cNvPr>
          <p:cNvSpPr txBox="1"/>
          <p:nvPr/>
        </p:nvSpPr>
        <p:spPr>
          <a:xfrm>
            <a:off x="8849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Why this review?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4B44E-323C-C844-D22D-BE18ECA15194}"/>
              </a:ext>
            </a:extLst>
          </p:cNvPr>
          <p:cNvSpPr txBox="1"/>
          <p:nvPr/>
        </p:nvSpPr>
        <p:spPr>
          <a:xfrm>
            <a:off x="294967" y="692319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 clinical gap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71DB5-78A7-EDB3-1E45-A2A1AAE052EA}"/>
              </a:ext>
            </a:extLst>
          </p:cNvPr>
          <p:cNvSpPr txBox="1"/>
          <p:nvPr/>
        </p:nvSpPr>
        <p:spPr>
          <a:xfrm>
            <a:off x="294967" y="1323083"/>
            <a:ext cx="6115664" cy="153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000" dirty="0">
                <a:solidFill>
                  <a:srgbClr val="2C2C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 human trial has tested a 5-LOX inhibitor specifically in OIPN. But several agents intersecting the same oxidative-lipid-peroxidation ferroptosis pathway have been tested clinically.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5E777-F0E3-AA6A-5598-4ED30B3AD839}"/>
              </a:ext>
            </a:extLst>
          </p:cNvPr>
          <p:cNvSpPr txBox="1"/>
          <p:nvPr/>
        </p:nvSpPr>
        <p:spPr>
          <a:xfrm>
            <a:off x="294967" y="3198167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review's purpose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6E28A1-3670-79D3-ACC5-CD32C8F39DCF}"/>
              </a:ext>
            </a:extLst>
          </p:cNvPr>
          <p:cNvSpPr txBox="1"/>
          <p:nvPr/>
        </p:nvSpPr>
        <p:spPr>
          <a:xfrm>
            <a:off x="294967" y="3919143"/>
            <a:ext cx="6115664" cy="153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>
                <a:solidFill>
                  <a:srgbClr val="2C2C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Systematically map what has been tried clinically on this pathway, quantify the pooled effect, and use the resulting evidence gap to justify and contextualize the dissertation's preclinical work.</a:t>
            </a:r>
          </a:p>
        </p:txBody>
      </p:sp>
    </p:spTree>
    <p:extLst>
      <p:ext uri="{BB962C8B-B14F-4D97-AF65-F5344CB8AC3E}">
        <p14:creationId xmlns:p14="http://schemas.microsoft.com/office/powerpoint/2010/main" val="151805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4F0C88-05D3-5092-F552-EBA24A7A1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704059"/>
              </p:ext>
            </p:extLst>
          </p:nvPr>
        </p:nvGraphicFramePr>
        <p:xfrm>
          <a:off x="983225" y="953730"/>
          <a:ext cx="10186220" cy="5565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3110">
                  <a:extLst>
                    <a:ext uri="{9D8B030D-6E8A-4147-A177-3AD203B41FA5}">
                      <a16:colId xmlns:a16="http://schemas.microsoft.com/office/drawing/2014/main" val="1654238475"/>
                    </a:ext>
                  </a:extLst>
                </a:gridCol>
                <a:gridCol w="5093110">
                  <a:extLst>
                    <a:ext uri="{9D8B030D-6E8A-4147-A177-3AD203B41FA5}">
                      <a16:colId xmlns:a16="http://schemas.microsoft.com/office/drawing/2014/main" val="988518442"/>
                    </a:ext>
                  </a:extLst>
                </a:gridCol>
              </a:tblGrid>
              <a:tr h="1370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Population (P)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Adult patients (≥18 yrs) with cancer (predominantly colorectal, gastric, or other GI malignancies) receiving </a:t>
                      </a:r>
                      <a:r>
                        <a:rPr lang="en-IN" sz="1600" b="1"/>
                        <a:t>oxaliplatin-based chemotherapy</a:t>
                      </a:r>
                      <a:r>
                        <a:rPr lang="en-IN" sz="1600"/>
                        <a:t> (e.g., FOLFOX, XELOX/CAPOX regimens)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324323"/>
                  </a:ext>
                </a:extLst>
              </a:tr>
              <a:tr h="2014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Intervention (I)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Pharmacological agents with mechanistic plausibility on the </a:t>
                      </a:r>
                      <a:r>
                        <a:rPr lang="en-IN" sz="1600" b="1"/>
                        <a:t>ferroptosis / oxidative-lipid-peroxidation axis</a:t>
                      </a:r>
                      <a:r>
                        <a:rPr lang="en-IN" sz="1600"/>
                        <a:t> — glutathione, alpha-lipoic acid, vitamin E (tocopherol), N-acetylcysteine, omega-3 fatty acids, calcium/magnesium infusions (as neuroprotectant comparator class)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742701"/>
                  </a:ext>
                </a:extLst>
              </a:tr>
              <a:tr h="594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Comparison (C)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Placebo, standard supportive care, or no intervention (chemotherapy alone)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530856"/>
                  </a:ext>
                </a:extLst>
              </a:tr>
              <a:tr h="1585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Outcome (O)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Binary</a:t>
                      </a:r>
                      <a:r>
                        <a:rPr lang="en-IN" sz="1600" dirty="0"/>
                        <a:t>: Incidence/risk of Chemotherapy-Induced Peripheral Neuropathy (CIPN), defined as NCI-CTCAE </a:t>
                      </a:r>
                      <a:r>
                        <a:rPr lang="en-IN" sz="1600" b="1" dirty="0"/>
                        <a:t>Grade ≥2</a:t>
                      </a:r>
                      <a:r>
                        <a:rPr lang="en-IN" sz="1600" dirty="0"/>
                        <a:t> neuropathy (or trial-defined "any CIPN" occurrence), reported as event counts per arm → Risk Ratio (RR) or Odds Ratio (OR)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15252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8E06109-D99C-A3F1-9ED1-70D2A778BBD5}"/>
              </a:ext>
            </a:extLst>
          </p:cNvPr>
          <p:cNvSpPr/>
          <p:nvPr/>
        </p:nvSpPr>
        <p:spPr>
          <a:xfrm>
            <a:off x="0" y="0"/>
            <a:ext cx="4041058" cy="491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206534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46468BD-33C2-B518-8952-8B22FE6D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0" y="494913"/>
            <a:ext cx="8713862" cy="34495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4C7617-8FDF-E345-EFC9-73A0524D5E08}"/>
              </a:ext>
            </a:extLst>
          </p:cNvPr>
          <p:cNvSpPr txBox="1"/>
          <p:nvPr/>
        </p:nvSpPr>
        <p:spPr>
          <a:xfrm>
            <a:off x="127819" y="4051972"/>
            <a:ext cx="61205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Inclusion Criteria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Study design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Randomized controlled trials (RCTs) — parallel or crossover — comparing a ferroptosis-pathway-relevant agent vs. placebo/control in oxaliplatin-treated patients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Population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Adult cancer patients receiving oxaliplatin-containing regimens with no pre-existing peripheral neuropathy at baseline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Outcome reporting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Must report CIPN incidence as a discrete/binary endpoint (event counts, Grade ≥2 rate, or extractable RR/OR with 95% CI) using a validated grading tool (NCI-CTCAE, TNS, or similar)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C0ADD-5023-8615-FCCF-CBC8E14BBAF6}"/>
              </a:ext>
            </a:extLst>
          </p:cNvPr>
          <p:cNvSpPr txBox="1"/>
          <p:nvPr/>
        </p:nvSpPr>
        <p:spPr>
          <a:xfrm>
            <a:off x="6248399" y="4053054"/>
            <a:ext cx="596818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Exclusion Criteria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Non-oxaliplatin chemotherapy agents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(pure taxane, vincristine, or bortezomib-only cohorts) unless oxaliplatin subgroup data is separately extractable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Non-randomized designs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(observational, single-arm, retrospective cohorts) and non-pharmacological interventions (e.g., cryotherapy, compression, exercise) — these dilute the ferroptosis-mechanism focus and would need a separate PICO</a:t>
            </a:r>
          </a:p>
          <a:p>
            <a:pPr algn="just">
              <a:buFont typeface="+mj-lt"/>
              <a:buAutoNum type="arabicPeriod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Studies reporting only continuous neuropathy severity scores with 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no extractable binary incidence/event data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(would require a separate continuous-outcome meta-analysis arm)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CBF4E6-DB32-5C5D-6690-400A01529DD5}"/>
              </a:ext>
            </a:extLst>
          </p:cNvPr>
          <p:cNvCxnSpPr>
            <a:cxnSpLocks/>
          </p:cNvCxnSpPr>
          <p:nvPr/>
        </p:nvCxnSpPr>
        <p:spPr>
          <a:xfrm>
            <a:off x="6248399" y="4091300"/>
            <a:ext cx="0" cy="2712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9A3C71-BA39-FC6A-646A-2D78556C9D9E}"/>
              </a:ext>
            </a:extLst>
          </p:cNvPr>
          <p:cNvCxnSpPr>
            <a:cxnSpLocks/>
          </p:cNvCxnSpPr>
          <p:nvPr/>
        </p:nvCxnSpPr>
        <p:spPr>
          <a:xfrm>
            <a:off x="147483" y="4051972"/>
            <a:ext cx="11946194" cy="19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8F064F7-804A-C159-C855-8A4370BEC576}"/>
              </a:ext>
            </a:extLst>
          </p:cNvPr>
          <p:cNvSpPr/>
          <p:nvPr/>
        </p:nvSpPr>
        <p:spPr>
          <a:xfrm>
            <a:off x="0" y="0"/>
            <a:ext cx="4031226" cy="4638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Boolean Search Strings(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Pubmed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3D360DD-0A27-54E4-BFA9-CF8E947A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572" y="2026472"/>
            <a:ext cx="1771990" cy="5397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858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32D470-A745-C440-4B44-E6BE2DBC4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24" y="816077"/>
            <a:ext cx="10297951" cy="57878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9913B13-F847-C74D-FF13-08C5834CA68D}"/>
              </a:ext>
            </a:extLst>
          </p:cNvPr>
          <p:cNvSpPr txBox="1"/>
          <p:nvPr/>
        </p:nvSpPr>
        <p:spPr>
          <a:xfrm>
            <a:off x="947024" y="78658"/>
            <a:ext cx="3447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Deduplication</a:t>
            </a:r>
          </a:p>
        </p:txBody>
      </p:sp>
    </p:spTree>
    <p:extLst>
      <p:ext uri="{BB962C8B-B14F-4D97-AF65-F5344CB8AC3E}">
        <p14:creationId xmlns:p14="http://schemas.microsoft.com/office/powerpoint/2010/main" val="420917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29A0E2-5ACC-2F73-7892-5264A3A7F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4" y="720554"/>
            <a:ext cx="10677832" cy="6001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D7A40D-84D2-26C0-934E-FE67CCF16517}"/>
              </a:ext>
            </a:extLst>
          </p:cNvPr>
          <p:cNvSpPr txBox="1"/>
          <p:nvPr/>
        </p:nvSpPr>
        <p:spPr>
          <a:xfrm>
            <a:off x="947024" y="78658"/>
            <a:ext cx="3447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Inclusion and Exclusion Criteria</a:t>
            </a:r>
          </a:p>
        </p:txBody>
      </p:sp>
    </p:spTree>
    <p:extLst>
      <p:ext uri="{BB962C8B-B14F-4D97-AF65-F5344CB8AC3E}">
        <p14:creationId xmlns:p14="http://schemas.microsoft.com/office/powerpoint/2010/main" val="128844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B9F22C-8A5C-127D-B8DE-EFAFCC5E22B6}"/>
              </a:ext>
            </a:extLst>
          </p:cNvPr>
          <p:cNvSpPr txBox="1"/>
          <p:nvPr/>
        </p:nvSpPr>
        <p:spPr>
          <a:xfrm>
            <a:off x="947024" y="78658"/>
            <a:ext cx="3447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Title &amp; Abstract Screening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AB1FBC-3311-4546-705E-340453DAB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96" y="662561"/>
            <a:ext cx="10579960" cy="58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7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5FA294-3346-8E8F-C0B8-C01A4E9FF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24" y="702385"/>
            <a:ext cx="10066183" cy="5602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8324F-2AF6-375F-5299-53BE31FA4039}"/>
              </a:ext>
            </a:extLst>
          </p:cNvPr>
          <p:cNvSpPr txBox="1"/>
          <p:nvPr/>
        </p:nvSpPr>
        <p:spPr>
          <a:xfrm>
            <a:off x="947024" y="78658"/>
            <a:ext cx="3447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 Text Screening</a:t>
            </a:r>
          </a:p>
        </p:txBody>
      </p:sp>
    </p:spTree>
    <p:extLst>
      <p:ext uri="{BB962C8B-B14F-4D97-AF65-F5344CB8AC3E}">
        <p14:creationId xmlns:p14="http://schemas.microsoft.com/office/powerpoint/2010/main" val="207370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3283E6-76F5-0F4B-29C3-C7F0951C3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23" y="687726"/>
            <a:ext cx="5178703" cy="6170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37EE3A-0303-D972-2F0F-3B964EFCF258}"/>
              </a:ext>
            </a:extLst>
          </p:cNvPr>
          <p:cNvSpPr txBox="1"/>
          <p:nvPr/>
        </p:nvSpPr>
        <p:spPr>
          <a:xfrm>
            <a:off x="167148" y="108155"/>
            <a:ext cx="3608439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PRISMA FLOW DIAGRAM</a:t>
            </a:r>
          </a:p>
        </p:txBody>
      </p:sp>
    </p:spTree>
    <p:extLst>
      <p:ext uri="{BB962C8B-B14F-4D97-AF65-F5344CB8AC3E}">
        <p14:creationId xmlns:p14="http://schemas.microsoft.com/office/powerpoint/2010/main" val="107511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36385C-DE8C-F3BF-0853-911F4CD0F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082" y="1665855"/>
            <a:ext cx="1763282" cy="50287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1" name="Picture 10" descr="3d fluency style python icon">
            <a:extLst>
              <a:ext uri="{FF2B5EF4-FFF2-40B4-BE49-F238E27FC236}">
                <a16:creationId xmlns:a16="http://schemas.microsoft.com/office/drawing/2014/main" id="{F620E682-CA2D-B175-1414-E27EE8FF8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409" y="2346221"/>
            <a:ext cx="793955" cy="793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A14B3D-5661-275E-C435-B800C89188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23988" b="25573"/>
          <a:stretch>
            <a:fillRect/>
          </a:stretch>
        </p:blipFill>
        <p:spPr>
          <a:xfrm>
            <a:off x="3333139" y="3834581"/>
            <a:ext cx="3647768" cy="5028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5ABC598-A0B5-C55A-215E-F7C9CEAD0A6A}"/>
              </a:ext>
            </a:extLst>
          </p:cNvPr>
          <p:cNvSpPr/>
          <p:nvPr/>
        </p:nvSpPr>
        <p:spPr>
          <a:xfrm>
            <a:off x="0" y="0"/>
            <a:ext cx="3333139" cy="43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Forrest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72532-5DD3-7681-D9DF-B06DD8E9C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168" y="4256199"/>
            <a:ext cx="7535091" cy="26018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B47B10-7CC6-D759-2874-0292657694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327" y="0"/>
            <a:ext cx="6931739" cy="395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8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9D303-37B2-B270-9960-FB8441DDFD22}"/>
              </a:ext>
            </a:extLst>
          </p:cNvPr>
          <p:cNvSpPr/>
          <p:nvPr/>
        </p:nvSpPr>
        <p:spPr>
          <a:xfrm>
            <a:off x="0" y="0"/>
            <a:ext cx="3333139" cy="43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Funnel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A86BE-8A7D-BC52-6C86-AE1C43768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09" y="819611"/>
            <a:ext cx="8226941" cy="4911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AF121C-4382-380D-54CA-3E04528DF9E6}"/>
              </a:ext>
            </a:extLst>
          </p:cNvPr>
          <p:cNvSpPr txBox="1"/>
          <p:nvPr/>
        </p:nvSpPr>
        <p:spPr>
          <a:xfrm>
            <a:off x="3333139" y="5669057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i="0" dirty="0">
                <a:solidFill>
                  <a:srgbClr val="333333"/>
                </a:solidFill>
                <a:effectLst/>
                <a:latin typeface="Helvetica Neue"/>
              </a:rPr>
              <a:t>Conclusion:</a:t>
            </a:r>
            <a:r>
              <a:rPr lang="en-IN" sz="900" b="0" i="0" dirty="0">
                <a:solidFill>
                  <a:srgbClr val="333333"/>
                </a:solidFill>
                <a:effectLst/>
                <a:latin typeface="Helvetica Neue"/>
              </a:rPr>
              <a:t> The funnel plot does not indicate a potential publication bias. The Egger's test does not support the presence of funnel plot asymmetry (intercept: -1.78, 95% CI:-4.39 - 0.82, t: -1.342, p-value: 0.237).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86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7A29FB34-6EC3-7403-BB44-CFF14DDE62D7}"/>
              </a:ext>
            </a:extLst>
          </p:cNvPr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Interpretation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C1A8EDA-F271-6465-682E-89177AE2383F}"/>
              </a:ext>
            </a:extLst>
          </p:cNvPr>
          <p:cNvSpPr/>
          <p:nvPr/>
        </p:nvSpPr>
        <p:spPr>
          <a:xfrm>
            <a:off x="410988" y="640080"/>
            <a:ext cx="6238568" cy="469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All together 7 studies were </a:t>
            </a:r>
            <a:r>
              <a:rPr lang="en-IN" dirty="0" err="1"/>
              <a:t>analyzed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Based on the analysis performed using random effects model with inverse variance method to compare the hazard ratio (HR), there is a statistical difference, the summarized hazard ratio (HR) is 0.56 with a 95% confidence interval of 0.37 - 0.84.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The test for overall effect shows a significance at p&lt;0.05.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A significant heterogeneity was detected (p= 0.01), suggesting inconsistent effects in magnitude and/or direction. The I2 value indicates that 66% of the variability among studies arises from heterogeneity rather than random chance.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83D4E-6129-F2C2-0048-47864FA71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694"/>
          <a:stretch>
            <a:fillRect/>
          </a:stretch>
        </p:blipFill>
        <p:spPr>
          <a:xfrm>
            <a:off x="6787208" y="548453"/>
            <a:ext cx="5191432" cy="576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1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568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Helvetica Neue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Kumar</dc:creator>
  <cp:lastModifiedBy>Nikhil Kumar</cp:lastModifiedBy>
  <cp:revision>1</cp:revision>
  <dcterms:created xsi:type="dcterms:W3CDTF">2026-07-21T06:57:05Z</dcterms:created>
  <dcterms:modified xsi:type="dcterms:W3CDTF">2026-07-22T08:44:53Z</dcterms:modified>
</cp:coreProperties>
</file>